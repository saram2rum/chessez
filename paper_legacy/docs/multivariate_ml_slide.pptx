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F4E79"/>
                </a:solidFill>
              </a:rPr>
              <a:t>다변량 정적 ML 검증 — 7개 정적 feature로도 균일 정책(wu)을 이기지 못함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/>
              <a:t>정적 feature 7종(legal_moves·total_material·is_endgame·material_imbalance·capture_count·is_check·forcing_total)을 RandomForest 회귀에 전량 투입해 국면별 적정 탐색시간(best_t)을 직접 예측. train/test = 2,342 / 585 (80/20) · 10 seeds.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52120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8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정책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test MAE (10회 평균)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RF 회귀 (7 feature)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1.811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wu (균일 정책)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1.810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i="1">
                <a:solidFill>
                  <a:srgbClr val="666666"/>
                </a:solidFill>
              </a:rPr>
              <a:t>· 비교: 회귀 평균 243ms vs 균일 정책 wu(250ms) — MAE는 낮을수록 좋음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20440"/>
            <a:ext cx="5852160" cy="22402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결론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</a:rPr>
              <a:t>7개 정적 feature를 RF에 전량 투입해도 wu(250)를 이기지 못함.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회귀가 best_t를 못 맞혀 예측이 평균(~243ms)으로 수렴 → 사실상 wu와 동일(1.811≈1.810) = 학습된 신호 없음.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</a:rPr>
              <a:t>→ 정적 정보만으로는 국면별 적정 탐색시간을 예측할 수 없음 (단변량 |ρ|&lt;0.15와 일관).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핵심 관찰</a:t>
            </a:r>
          </a:p>
          <a:p>
            <a:pPr>
              <a:spcAft>
                <a:spcPts val="1600"/>
              </a:spcAft>
            </a:pPr>
            <a:r>
              <a:rPr sz="1350"/>
              <a:t>•  train을 80%(2,342개)로 늘려도 wu를 못 이김 → "데이터 부족"이 아니라 신호 자체가 없음</a:t>
            </a:r>
          </a:p>
          <a:p>
            <a:pPr>
              <a:spcAft>
                <a:spcPts val="1600"/>
              </a:spcAft>
            </a:pPr>
            <a:r>
              <a:rPr sz="1350"/>
              <a:t>•  확인된 건 과적합뿐 — train 1.75 / test 1.81 (모델이 train을 외울 뿐 일반화 안 됨)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