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best_t 정의 및 카운트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/>
              <a:t>각 FEN 의 예측 오차를 최소화하는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/>
              <a:t>best_t  =  argmin  | 예측(t) − GT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한 FEN 이 여러 시간에서 동률이면 어떻게 처리할까 — 두 가지 카운트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①  best_t 비율 (단일 우선권)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한 FEN 당 best_t 하나 — 동률 시 가장 짧은 시간 선택</a:t>
            </a:r>
          </a:p>
          <a:p>
            <a:r>
              <a:rPr sz="1300" b="0" i="0"/>
              <a:t>• 합계 = 100%</a:t>
            </a:r>
          </a:p>
          <a:p>
            <a:r>
              <a:rPr sz="1300" b="0" i="0"/>
              <a:t>• 의미: '이 시간이 단독 또는 우선권으로 선택된 비율'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②  비중 (best set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한 FEN 의 최저 오차와 같은 모든 시간 카운트 (동률이면 모두 +1)</a:t>
            </a:r>
          </a:p>
          <a:p>
            <a:r>
              <a:rPr sz="1300" b="0" i="0"/>
              <a:t>• 합계 &gt; 100% 가능</a:t>
            </a:r>
          </a:p>
          <a:p>
            <a:r>
              <a:rPr sz="1300" b="0" i="0"/>
              <a:t>• 의미: '이 시간이 최저 후보에 들어가는 비율'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/>
              <a:t>본 데이터 N = 2927 FEN | 시간 격자 50~500ms (10개)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best_t 분포 — 두 카운트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①  best_t 비율 (단일 우선권, 합 = 100%)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19456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검색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FEN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best_t 비율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50 ms</a:t>
                      </a:r>
                    </a:p>
                  </a:txBody>
                  <a:tcP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559</a:t>
                      </a:r>
                    </a:p>
                  </a:txBody>
                  <a:tcP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19.1%</a:t>
                      </a:r>
                    </a:p>
                  </a:txBody>
                  <a:tcPr>
                    <a:solidFill>
                      <a:srgbClr val="B3D9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12.1%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9.5%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9.6%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7.9%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8.0%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8.8%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8.1%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②  비중 (best set 포함, 합 &gt; 100%)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19456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검색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FEN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비중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19.10%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18.35%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19.41%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21.97%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23.78%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25.90%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28.49%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33.45%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36.35%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500 ms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1226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41.89%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▸ ① best_t 비율: 시간 짧을수록 많음 (50ms = 19.1%, 1위)        ▸ ② 비중: 시간 길수록 많음 (500ms = 41.89%, 1위) — 단, 50ms 도 19.1% 로 특이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함의 — 단일 시간 정책의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위치는 두 그룹으로 나뉜다: 단순 vs 복잡. 단일 시간 정책으로는 둘 다 만족 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371600"/>
                <a:gridCol w="1371600"/>
                <a:gridCol w="1463040"/>
                <a:gridCol w="36576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평균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vs wu(250)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비고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−34.2%</a:t>
                      </a:r>
                    </a:p>
                  </a:txBody>
                  <a:tcPr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단순 위치만 만족, 나머지 큰 손해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wu(250)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250ms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1.8029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baseline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1.5396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시간 2배, 단순 위치 시간 낭비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Oracle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각 FEN best_t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243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1.1185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+38.0%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이론적 하한 — 어떤 정책도 못 넘음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66344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7607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전략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해당 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/>
                        <a:t>결과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모두 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단순 그룹만 만족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복잡 그룹 큰 손해 → MAE 2.42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모두 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복잡 그룹만 만족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단순 그룹 시간 낭비 → MAE 1.54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위치별 best_t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두 그룹 모두 만족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Oracle MAE 1.12 (38% 개선)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