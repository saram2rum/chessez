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/>
              <a:t>Oracle 정책 — Proposed 의 이론적 상한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/>
              <a:t>'정답을 알면 어디까지 갈 수 있나?' — Proposed 차등 할당의 절대 상한 정량화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/>
              <a:t>[Oracle 정책 정의]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/>
              <a:t>• 각 FEN i 의 best_t = argmin_t |예측(t) − GT|</a:t>
            </a:r>
          </a:p>
          <a:p>
            <a:r>
              <a:rPr sz="1400" b="0" i="0"/>
              <a:t>     → 그 FEN 의 오차를 최소화하는 시간 (50~500ms 중)</a:t>
            </a:r>
          </a:p>
          <a:p>
            <a:endParaRPr sz="1400" b="0" i="0"/>
          </a:p>
          <a:p>
            <a:r>
              <a:rPr sz="1400" b="0" i="0"/>
              <a:t>• Oracle 정책 = 각 FEN 에 자기 best_t 부여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06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/>
              <a:t>[특징]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6634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/>
              <a:t>• Ground truth 알아야 계산 가능 → 이론적 상한 (oracle)</a:t>
            </a:r>
          </a:p>
          <a:p>
            <a:r>
              <a:rPr sz="1400" b="0" i="0"/>
              <a:t>• 어떤 정책도 Oracle 의 MAE 보다 낮을 수 없음</a:t>
            </a:r>
          </a:p>
          <a:p>
            <a:r>
              <a:rPr sz="1400" b="0" i="0"/>
              <a:t>• Proposed 차등 할당의 절대 상한 (= 잠재력의 최댓값)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/>
              <a:t>→ 다음: best_t 의 분포 + Oracle 의 정량적 잠재력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/>
              <a:t>best_t 분포 — 평균 vs 개별 위치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/>
              <a:t>전체 평균 (wu MAE) 과 개별 위치 (best_t) 는 다른 정보를 보여준다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/>
              <a:t>[best_t 분포 카운트 방법]  ① best_t 비율: 동률 시 가장 짧은 시간만 카운트 (합=100%)  /  ② 비중: 동률 시 모두 카운트 (합&gt;100%)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77724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검색 시간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wu 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best_t 비율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비중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50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2.4201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19.1%</a:t>
                      </a:r>
                    </a:p>
                  </a:txBody>
                  <a:tcPr>
                    <a:solidFill>
                      <a:srgbClr val="B3D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19.10%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100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2.1595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12.1%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18.35%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150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1.9941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19.41%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200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1.8776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21.97%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250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1.8029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8.1%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23.78%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300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1.7349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7.9%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25.90%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350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1.6791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28.49%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400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1.6250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33.45%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450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1.5865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8.1%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36.35%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9020"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500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1.5396</a:t>
                      </a:r>
                    </a:p>
                  </a:txBody>
                  <a:tcPr>
                    <a:solidFill>
                      <a:srgbClr val="B3FF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8.9%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41.89%</a:t>
                      </a:r>
                    </a:p>
                  </a:txBody>
                  <a:tcPr>
                    <a:solidFill>
                      <a:srgbClr val="FFD9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503920" y="18288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/>
              <a:t>관찰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2286000"/>
            <a:ext cx="3383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/>
              <a:t>▸ wu MAE 와 비중</a:t>
            </a:r>
          </a:p>
          <a:p>
            <a:r>
              <a:rPr sz="1100" b="0" i="0"/>
              <a:t>   둘 다 500ms 1위</a:t>
            </a:r>
          </a:p>
          <a:p>
            <a:r>
              <a:rPr sz="1100" b="0" i="0"/>
              <a:t>   시간 길수록 평균/분포</a:t>
            </a:r>
          </a:p>
          <a:p>
            <a:r>
              <a:rPr sz="1100" b="0" i="0"/>
              <a:t>   모두 우월 (자연스러움)</a:t>
            </a:r>
          </a:p>
          <a:p>
            <a:endParaRPr sz="1100" b="0" i="0"/>
          </a:p>
          <a:p>
            <a:r>
              <a:rPr sz="1100" b="0" i="0"/>
              <a:t>▸ best_t 비율의 50ms 1위</a:t>
            </a:r>
          </a:p>
          <a:p>
            <a:r>
              <a:rPr sz="1100" b="0" i="0"/>
              <a:t>   (19.1%) 는 동률 처리에서</a:t>
            </a:r>
          </a:p>
          <a:p>
            <a:r>
              <a:rPr sz="1100" b="0" i="0"/>
              <a:t>   짧은 시간이 인덱스 우선</a:t>
            </a:r>
          </a:p>
          <a:p>
            <a:r>
              <a:rPr sz="1100" b="0" i="0"/>
              <a:t>   카운트되는 효과</a:t>
            </a:r>
          </a:p>
          <a:p>
            <a:endParaRPr sz="1100" b="0" i="0"/>
          </a:p>
          <a:p>
            <a:r>
              <a:rPr sz="1100" b="0" i="0"/>
              <a:t>→ 시간↑ 우월은 평균/분포</a:t>
            </a:r>
          </a:p>
          <a:p>
            <a:r>
              <a:rPr sz="1100" b="0" i="0"/>
              <a:t>   모두 일관</a:t>
            </a:r>
          </a:p>
          <a:p>
            <a:r>
              <a:rPr sz="1100" b="0" i="0"/>
              <a:t>→ 그러나 다수 FEN 이 동률</a:t>
            </a:r>
          </a:p>
          <a:p>
            <a:r>
              <a:rPr sz="1100" b="0" i="0"/>
              <a:t>   (여러 시간에 비슷한 오차)</a:t>
            </a:r>
          </a:p>
          <a:p>
            <a:r>
              <a:rPr sz="1100" b="0" i="0"/>
              <a:t>→ 이 동률 분포가 차등 배분</a:t>
            </a:r>
          </a:p>
          <a:p>
            <a:r>
              <a:rPr sz="1100" b="0" i="0"/>
              <a:t>   잠재력의 근거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/>
              <a:t>Oracle 정책의 잠재력 — wu 대비 38% 개선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 dirty="0"/>
              <a:t>Oracle </a:t>
            </a:r>
            <a:r>
              <a:rPr sz="1400" b="0" i="1" dirty="0" err="1"/>
              <a:t>이</a:t>
            </a:r>
            <a:r>
              <a:rPr sz="1400" b="0" i="1" dirty="0"/>
              <a:t> </a:t>
            </a:r>
            <a:r>
              <a:rPr sz="1400" b="0" i="1" dirty="0" err="1"/>
              <a:t>평균</a:t>
            </a:r>
            <a:r>
              <a:rPr sz="1400" b="0" i="1" dirty="0"/>
              <a:t> 243ms </a:t>
            </a:r>
            <a:r>
              <a:rPr sz="1400" b="0" i="1" dirty="0" err="1"/>
              <a:t>만</a:t>
            </a:r>
            <a:r>
              <a:rPr sz="1400" b="0" i="1" dirty="0"/>
              <a:t> </a:t>
            </a:r>
            <a:r>
              <a:rPr sz="1400" b="0" i="1" dirty="0" err="1"/>
              <a:t>쓰고도</a:t>
            </a:r>
            <a:r>
              <a:rPr sz="1400" b="0" i="1" dirty="0"/>
              <a:t> </a:t>
            </a:r>
            <a:r>
              <a:rPr sz="1400" b="0" i="1" dirty="0" err="1"/>
              <a:t>시간</a:t>
            </a:r>
            <a:r>
              <a:rPr sz="1400" b="0" i="1" dirty="0"/>
              <a:t> 2배의 </a:t>
            </a:r>
            <a:r>
              <a:rPr sz="1400" b="0" i="1" dirty="0" err="1"/>
              <a:t>wu</a:t>
            </a:r>
            <a:r>
              <a:rPr sz="1400" b="0" i="1" dirty="0"/>
              <a:t>(500) </a:t>
            </a:r>
            <a:r>
              <a:rPr sz="1400" b="0" i="1" dirty="0" err="1"/>
              <a:t>까지</a:t>
            </a:r>
            <a:r>
              <a:rPr sz="1400" b="0" i="1" dirty="0"/>
              <a:t> </a:t>
            </a:r>
            <a:r>
              <a:rPr sz="1400" b="0" i="1" dirty="0" err="1"/>
              <a:t>압도</a:t>
            </a:r>
            <a:r>
              <a:rPr sz="1400" b="0" i="1" dirty="0"/>
              <a:t> — </a:t>
            </a:r>
            <a:r>
              <a:rPr sz="1400" b="0" i="1" dirty="0" err="1"/>
              <a:t>시간</a:t>
            </a:r>
            <a:r>
              <a:rPr sz="1400" b="0" i="1" dirty="0"/>
              <a:t> vs </a:t>
            </a:r>
            <a:r>
              <a:rPr sz="1400" b="0" i="1" dirty="0" err="1"/>
              <a:t>배분의</a:t>
            </a:r>
            <a:r>
              <a:rPr sz="1400" b="0" i="1" dirty="0"/>
              <a:t> </a:t>
            </a:r>
            <a:r>
              <a:rPr sz="1400" b="0" i="1" dirty="0" err="1"/>
              <a:t>차이</a:t>
            </a:r>
            <a:endParaRPr sz="1400" b="0" i="1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11247119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490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정책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정의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평균 시간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vs Oracle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비고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wu(50)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모든 FEN 50ms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50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2.4201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−53.8%</a:t>
                      </a:r>
                    </a:p>
                  </a:txBody>
                  <a:tcPr>
                    <a:solidFill>
                      <a:srgbClr val="FFB3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단순 위치만 OK, 나머지 큰 손해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wu(250)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모든 FEN 250ms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250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1.8029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−37.9%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baseline (예산 중간)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wu(500)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모든 FEN 500ms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500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1.5396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−27.4%</a:t>
                      </a:r>
                    </a:p>
                  </a:txBody>
                  <a:tcPr>
                    <a:solidFill>
                      <a:srgbClr val="FFE0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시간 2배여도 Oracle 못 따라잡음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Oracle</a:t>
                      </a:r>
                    </a:p>
                  </a:txBody>
                  <a:tcPr>
                    <a:solidFill>
                      <a:srgbClr val="B3FF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각 FEN best_t</a:t>
                      </a:r>
                    </a:p>
                  </a:txBody>
                  <a:tcPr>
                    <a:solidFill>
                      <a:srgbClr val="B3FF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243 ms</a:t>
                      </a:r>
                    </a:p>
                  </a:txBody>
                  <a:tcPr>
                    <a:solidFill>
                      <a:srgbClr val="B3FF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1.1185</a:t>
                      </a:r>
                    </a:p>
                  </a:txBody>
                  <a:tcPr>
                    <a:solidFill>
                      <a:srgbClr val="B3FF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기준</a:t>
                      </a:r>
                    </a:p>
                  </a:txBody>
                  <a:tcPr>
                    <a:solidFill>
                      <a:srgbClr val="B3FF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이론적 상한 (각 FEN 자기 best_t)</a:t>
                      </a:r>
                    </a:p>
                  </a:txBody>
                  <a:tcPr>
                    <a:solidFill>
                      <a:srgbClr val="B3FF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5720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/>
              <a:t>[핵심 발견]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11247120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 dirty="0"/>
              <a:t>▸ Oracle (243ms) vs </a:t>
            </a:r>
            <a:r>
              <a:rPr sz="1300" b="0" i="0" dirty="0" err="1"/>
              <a:t>wu</a:t>
            </a:r>
            <a:r>
              <a:rPr sz="1300" b="0" i="0" dirty="0"/>
              <a:t>(250): </a:t>
            </a:r>
            <a:r>
              <a:rPr sz="1300" b="0" i="0" dirty="0" err="1"/>
              <a:t>같은</a:t>
            </a:r>
            <a:r>
              <a:rPr sz="1300" b="0" i="0" dirty="0"/>
              <a:t> </a:t>
            </a:r>
            <a:r>
              <a:rPr sz="1300" b="0" i="0" dirty="0" err="1"/>
              <a:t>예산에서</a:t>
            </a:r>
            <a:r>
              <a:rPr sz="1300" b="0" i="0" dirty="0"/>
              <a:t> 38% </a:t>
            </a:r>
            <a:r>
              <a:rPr sz="1300" b="0" i="0" dirty="0" err="1"/>
              <a:t>개선</a:t>
            </a:r>
            <a:endParaRPr sz="1300" b="0" i="0" dirty="0"/>
          </a:p>
          <a:p>
            <a:r>
              <a:rPr sz="1300" b="0" i="0" dirty="0"/>
              <a:t>▸ Oracle (243ms) vs </a:t>
            </a:r>
            <a:r>
              <a:rPr sz="1300" b="0" i="0" dirty="0" err="1"/>
              <a:t>wu</a:t>
            </a:r>
            <a:r>
              <a:rPr sz="1300" b="0" i="0" dirty="0"/>
              <a:t>(500): </a:t>
            </a:r>
            <a:r>
              <a:rPr sz="1300" b="0" i="0" dirty="0" err="1"/>
              <a:t>시간</a:t>
            </a:r>
            <a:r>
              <a:rPr sz="1300" b="0" i="0" dirty="0"/>
              <a:t> </a:t>
            </a:r>
            <a:r>
              <a:rPr sz="1300" b="0" i="0" dirty="0" err="1"/>
              <a:t>절반</a:t>
            </a:r>
            <a:r>
              <a:rPr sz="1300" b="0" i="0" dirty="0"/>
              <a:t> </a:t>
            </a:r>
            <a:r>
              <a:rPr sz="1300" b="0" i="0" dirty="0" err="1"/>
              <a:t>쓰고도</a:t>
            </a:r>
            <a:r>
              <a:rPr sz="1300" b="0" i="0" dirty="0"/>
              <a:t> 27% </a:t>
            </a:r>
            <a:r>
              <a:rPr sz="1300" b="0" i="0" dirty="0" err="1"/>
              <a:t>더</a:t>
            </a:r>
            <a:r>
              <a:rPr sz="1300" b="0" i="0" dirty="0"/>
              <a:t> </a:t>
            </a:r>
            <a:r>
              <a:rPr sz="1300" b="0" i="0" dirty="0" err="1"/>
              <a:t>정확</a:t>
            </a:r>
            <a:endParaRPr sz="1300" b="0" i="0" dirty="0"/>
          </a:p>
          <a:p>
            <a:endParaRPr sz="1300" b="0" i="0" dirty="0"/>
          </a:p>
          <a:p>
            <a:r>
              <a:rPr sz="1300" b="0" i="0" dirty="0"/>
              <a:t>→ </a:t>
            </a:r>
            <a:r>
              <a:rPr sz="1300" b="0" i="0" dirty="0" err="1"/>
              <a:t>차등</a:t>
            </a:r>
            <a:r>
              <a:rPr sz="1300" b="0" i="0" dirty="0"/>
              <a:t> </a:t>
            </a:r>
            <a:r>
              <a:rPr sz="1300" b="0" i="0" dirty="0" err="1"/>
              <a:t>배분의</a:t>
            </a:r>
            <a:r>
              <a:rPr sz="1300" b="0" i="0" dirty="0"/>
              <a:t> </a:t>
            </a:r>
            <a:r>
              <a:rPr sz="1300" b="0" i="0" dirty="0" err="1"/>
              <a:t>이론적</a:t>
            </a:r>
            <a:r>
              <a:rPr sz="1300" b="0" i="0" dirty="0"/>
              <a:t> </a:t>
            </a:r>
            <a:r>
              <a:rPr sz="1300" b="0" i="0" dirty="0" err="1"/>
              <a:t>잠재력</a:t>
            </a:r>
            <a:r>
              <a:rPr sz="1300" b="0" i="0" dirty="0"/>
              <a:t> </a:t>
            </a:r>
            <a:r>
              <a:rPr sz="1300" b="0" i="0" dirty="0" err="1"/>
              <a:t>명확</a:t>
            </a:r>
            <a:r>
              <a:rPr sz="1300" b="0" i="0" dirty="0"/>
              <a:t> (Oracle 38% </a:t>
            </a:r>
            <a:r>
              <a:rPr sz="1300" b="0" i="0" dirty="0" err="1"/>
              <a:t>개선</a:t>
            </a:r>
            <a:r>
              <a:rPr sz="1300" b="0" i="0" dirty="0"/>
              <a:t>)</a:t>
            </a:r>
          </a:p>
          <a:p>
            <a:r>
              <a:rPr sz="1300" b="0" i="0" dirty="0"/>
              <a:t>→ </a:t>
            </a:r>
            <a:r>
              <a:rPr sz="1300" b="0" i="0" dirty="0" err="1"/>
              <a:t>다음</a:t>
            </a:r>
            <a:r>
              <a:rPr sz="1300" b="0" i="0" dirty="0"/>
              <a:t> </a:t>
            </a:r>
            <a:r>
              <a:rPr sz="1300" b="0" i="0" dirty="0" err="1"/>
              <a:t>질문</a:t>
            </a:r>
            <a:r>
              <a:rPr sz="1300" b="0" i="0" dirty="0"/>
              <a:t>: </a:t>
            </a:r>
            <a:r>
              <a:rPr sz="1300" b="0" i="0" dirty="0" err="1"/>
              <a:t>정적</a:t>
            </a:r>
            <a:r>
              <a:rPr sz="1300" b="0" i="0" dirty="0"/>
              <a:t> FEN </a:t>
            </a:r>
            <a:r>
              <a:rPr sz="1300" b="0" i="0" dirty="0" err="1"/>
              <a:t>정보만으로</a:t>
            </a:r>
            <a:r>
              <a:rPr sz="1300" b="0" i="0" dirty="0"/>
              <a:t> </a:t>
            </a:r>
            <a:r>
              <a:rPr sz="1300" b="0" i="0" dirty="0" err="1"/>
              <a:t>이</a:t>
            </a:r>
            <a:r>
              <a:rPr sz="1300" b="0" i="0" dirty="0"/>
              <a:t> </a:t>
            </a:r>
            <a:r>
              <a:rPr sz="1300" b="0" i="0" dirty="0" err="1"/>
              <a:t>잠재력에</a:t>
            </a:r>
            <a:r>
              <a:rPr sz="1300" b="0" i="0" dirty="0"/>
              <a:t> </a:t>
            </a:r>
            <a:r>
              <a:rPr sz="1300" b="0" i="0" dirty="0" err="1"/>
              <a:t>도달</a:t>
            </a:r>
            <a:r>
              <a:rPr sz="1300" b="0" i="0" dirty="0"/>
              <a:t> </a:t>
            </a:r>
            <a:r>
              <a:rPr sz="1300" b="0" i="0" dirty="0" err="1"/>
              <a:t>가능한가</a:t>
            </a:r>
            <a:r>
              <a:rPr sz="1300" b="0" i="0" dirty="0"/>
              <a:t>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516</Words>
  <Application>Microsoft Macintosh PowerPoint</Application>
  <PresentationFormat>사용자 지정</PresentationFormat>
  <Paragraphs>114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Oracle 정책 — Proposed 의 이론적 상한</vt:lpstr>
      <vt:lpstr>best_t 분포 — 평균 vs 개별 위치</vt:lpstr>
      <vt:lpstr>Oracle 정책의 잠재력 — wu 대비 38% 개선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윤지호</cp:lastModifiedBy>
  <cp:revision>2</cp:revision>
  <dcterms:created xsi:type="dcterms:W3CDTF">2013-01-27T09:14:16Z</dcterms:created>
  <dcterms:modified xsi:type="dcterms:W3CDTF">2026-05-27T11:23:37Z</dcterms:modified>
  <cp:category/>
</cp:coreProperties>
</file>