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정적 FEN feature × best_t 상관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Oracle 정책의 38% 잠재력 — 정적 FEN 정보만으로 도달 가능한가?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측정: Spearman 순위 상관 ρ (수식은 별도 슬라이드)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858000"/>
                <a:gridCol w="22860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Spearman ρ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재료 불균형 (퀸=9, 룩=5, 비숍/나이트=3)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-0.0442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capture_count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현재 측의 합법 capture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-0.0152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legal_moves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합법 수 총 개수 (분기 인자)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-0.0202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total_material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양측 비폰 재료 가치 합 (게임 단계)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-0.0229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forcing_total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양측 capture + 체크 수 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-0.0457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is_check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현재 체크 상태 (0/1)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-0.0289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is_endgame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재료 ≤ 24 (퀸 제거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+0.0395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/>
              <a:t>모든 정적 feature 의 |ρ| &lt; 0.05 — Cohen 의 'small effect' 임계값 0.10 의 절반 미만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Cohen (1988): r ≈ 0.10 은 small, r ≈ 0.30 은 medium, r ≈ 0.50 은 large effect.</a:t>
            </a:r>
          </a:p>
          <a:p>
            <a:r>
              <a:rPr sz="1100" b="0" i="1"/>
              <a:t>|r| &lt; 0.10 의 상관은 예측 신호로 사실상 무효과(negligible).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결론 — 정적 FEN 정보의 본질적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단일 feature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▸ 7개 feature 모두 |ρ| &lt; 0.05</a:t>
            </a:r>
          </a:p>
          <a:p>
            <a:r>
              <a:rPr sz="1300" b="0" i="0"/>
              <a:t>▸ Cohen (1988) 의 small effect</a:t>
            </a:r>
          </a:p>
          <a:p>
            <a:r>
              <a:rPr sz="1300" b="0" i="0"/>
              <a:t>   임계값 0.10 미만 → 무효과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Feature 조합으로도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독립 가정 하 조합 상관 상한:</a:t>
            </a:r>
          </a:p>
          <a:p>
            <a:r>
              <a:rPr sz="1200" b="0" i="0"/>
              <a:t>  R ≤ √( Σ ρᵢ² )  ≈ 0.13</a:t>
            </a:r>
          </a:p>
          <a:p/>
          <a:p>
            <a:r>
              <a:rPr sz="1200" b="0" i="0"/>
              <a:t>Cohen small effect (0.10) 약간 넘는 수준</a:t>
            </a:r>
          </a:p>
          <a:p>
            <a:r>
              <a:rPr sz="1200" b="0" i="0"/>
              <a:t>→ 의미 있는 예측 신호로 부족</a:t>
            </a:r>
          </a:p>
          <a:p/>
          <a:p>
            <a:r>
              <a:rPr sz="1200" b="0" i="0"/>
              <a:t>실제 feature 들은 결정 여부 (|gt−50|)</a:t>
            </a:r>
          </a:p>
          <a:p>
            <a:r>
              <a:rPr sz="1200" b="0" i="0"/>
              <a:t>와 강한 상관 — 중복 정보</a:t>
            </a:r>
          </a:p>
          <a:p>
            <a:r>
              <a:rPr sz="1200" b="0" i="0"/>
              <a:t>→ 실제 조합 R 은 더 낮음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직관적 비유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FEN 만 보고 best_t 예측은</a:t>
            </a:r>
          </a:p>
          <a:p/>
          <a:p>
            <a:r>
              <a:rPr sz="1400" b="0" i="1"/>
              <a:t>마치 미로 입구에서</a:t>
            </a:r>
          </a:p>
          <a:p>
            <a:r>
              <a:rPr sz="1400" b="0" i="1"/>
              <a:t>그 미로가 얼마나 복잡할지</a:t>
            </a:r>
          </a:p>
          <a:p>
            <a:r>
              <a:rPr sz="1400" b="0" i="1"/>
              <a:t>예측하려는 것과 같다.</a:t>
            </a:r>
          </a:p>
          <a:p/>
          <a:p>
            <a:r>
              <a:rPr sz="1400" b="0" i="1"/>
              <a:t>입구 모양 (= FEN feature) 만으로는</a:t>
            </a:r>
          </a:p>
          <a:p>
            <a:r>
              <a:rPr sz="1400" b="0" i="1"/>
              <a:t>안쪽 분기의 깊이를 알 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/>
              <a:t>→ Oracle (위치별 best_t) 의 38% 잠재력은 정적 FEN 정보로 도달 불가능. 더 강한 신호 (학습 기반, 다중 깊이 평가 등)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