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/>
              <a:t>Bucket Oracle 검증 — 정적 feature 의 이론적 상한 일반화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/>
              <a:t>그나마 Spearman 상관계수가 컸던 imbalance, forcing 으로 이론적 최선 정책 구성 — 일반화 가능?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①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/>
              <a:t>• imbalance (0~9+) × forcing (0~5+) 조합 중 데이터에 등장한 54 그룹으로 FEN 분류</a:t>
            </a:r>
          </a:p>
          <a:p>
            <a:r>
              <a:rPr sz="1100" b="0" i="0"/>
              <a:t>• 각 그룹의 mean error 가 최소인 시간을 그 그룹에 부여 (제약 없음, 자유)</a:t>
            </a:r>
          </a:p>
          <a:p>
            <a:r>
              <a:rPr sz="1100" b="0" i="0"/>
              <a:t>  → 정적 (imb, forcing) feature 만으로 가능한 이론적 최선 정책</a:t>
            </a:r>
          </a:p>
          <a:p>
            <a:r>
              <a:rPr sz="1100" b="0" i="0"/>
              <a:t>• 비교: 정책 평균 시간 ≤ 격자 값 중 가장 가까운 wu (보수적 비교)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② 전체 데이터 결과 — 외관상 우월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Bucket Oracle MAE 1.5307 (mean 492ms)   vs   매칭 wu(500ms) 1.5396</a:t>
            </a:r>
          </a:p>
          <a:p>
            <a:r>
              <a:rPr sz="1200" b="0" i="0"/>
              <a:t>→ 개선율 +0.58% (정책 우월?)</a:t>
            </a:r>
          </a:p>
          <a:p>
            <a:r>
              <a:rPr sz="1200" b="0" i="0"/>
              <a:t>⚠️ 그러나 학습 = 평가 같은 데이터 — over-fitting 가능성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③ Train/Test 검증 — 500 train × 10 seeds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/>
              <a:t>Train: 500 FEN 으로 그룹별</a:t>
            </a:r>
          </a:p>
          <a:p>
            <a:r>
              <a:rPr sz="1100" b="0" i="0"/>
              <a:t>         best_t 학습</a:t>
            </a:r>
          </a:p>
          <a:p>
            <a:r>
              <a:rPr sz="1100" b="0" i="0"/>
              <a:t>Test: 나머지 2427 FEN 에 적용</a:t>
            </a:r>
          </a:p>
          <a:p>
            <a:r>
              <a:rPr sz="1100" b="0" i="0"/>
              <a:t>10 seeds 반복</a:t>
            </a:r>
          </a:p>
          <a:p>
            <a:r>
              <a:rPr sz="1100" b="0" i="0"/>
              <a:t>각 정책 평균 시간 이상의</a:t>
            </a:r>
          </a:p>
          <a:p>
            <a:r>
              <a:rPr sz="1100" b="0" i="0"/>
              <a:t>가까운 격자 wu 와 공정 비교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760720" y="4572000"/>
          <a:ext cx="612648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</a:tblGrid>
              <a:tr h="213360"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/>
                        <a:t>Test 평균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Test 정책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1.602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Test mean_t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444ms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매칭 wu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1.568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개선율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−3.44% (wu 우월)</a:t>
                      </a:r>
                    </a:p>
                  </a:txBody>
                  <a:tcPr/>
                </a:tc>
              </a:tr>
              <a:tr h="213360">
                <a:tc>
                  <a:txBody>
                    <a:bodyPr/>
                    <a:lstStyle/>
                    <a:p>
                      <a:pPr algn="ctr"/>
                      <a:r>
                        <a:rPr sz="1100"/>
                        <a:t>판정 분포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/>
                        <a:t>정책 우월 0 / 유의차 없음 1 / wu 우월 9</a:t>
                      </a:r>
                    </a:p>
                  </a:txBody>
                  <a:tcPr>
                    <a:solidFill>
                      <a:srgbClr val="FFB3B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/>
              <a:t>④ 해석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/>
              <a:t>전체 데이터의 +0.58% 는 over-fitting — 새 데이터에서 평균 −3.44%, wu 우월 9/10.</a:t>
            </a:r>
          </a:p>
          <a:p>
            <a:r>
              <a:rPr sz="1200" b="0" i="0"/>
              <a:t>→ 정적 (imb, forcing) feature 의 이론적 최선도 실용적 한계. Cohen ρ&lt;0.1 분석과 일관.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